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59" r:id="rId5"/>
    <p:sldId id="258" r:id="rId6"/>
    <p:sldId id="261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43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E1123-E9D9-4C41-BE29-E8F3C4228381}" type="datetimeFigureOut">
              <a:rPr lang="es-CO" smtClean="0"/>
              <a:t>16/05/2024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35E63-8445-4DF0-90EF-D8AD515B8E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376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35E63-8445-4DF0-90EF-D8AD515B8E98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3461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7B038-E78C-4EC2-A2C4-9AD38418F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E5C25A-E0EF-4E7E-9D7A-B33953D76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2776C7-BC63-488B-8314-D583A9A32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81D4C5-AA4E-4090-BE81-B1BBA3A27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DB28C6-D6EE-4784-8A10-F9A49E74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7078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DA101-6D6E-40D0-9FEE-3049444AF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E7783C-1D2F-40FC-9631-63FE8D6F3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615E7D-6E0C-4C6B-AB07-BF73DE30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3CF340-316D-40BF-9272-B804C34F1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6D4C9F-7BEF-41EC-82E4-85FF266A6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8147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BAA9D-A599-4CC0-B4D3-D4D1362F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39AC5D-CDEC-41B7-BB89-2A0159C9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87C474-0B47-498C-B95A-3A8D004E6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3E6E8A-7AC2-4A5E-847F-02A098A3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D0D297-77E5-49F6-9EE6-06CA0427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4795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F0B21-FE6A-44A5-934D-BE536465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7369E4-FC3D-44C5-8D49-9B3DAE35D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F7F6CD-E9F4-463E-85FD-A3B21F09E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13D6C4-C41F-4D75-9CB6-52BF01D66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68E013-1BB6-4B47-8A73-68A148762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D6CCCC-CB33-463F-8509-41786E54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0177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58365-07BE-45A9-8EA3-5A3A162CF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0119F8-AA72-423F-B25A-7FD632371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F0A7FD-AB92-43B9-BC1E-A0A88EC09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DB4704-E26A-4927-BE65-42C5F1746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279A17-37BB-46C3-A085-E957C9E99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8671B7-4ECD-45C3-9914-2CB3291A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146B466-5545-450C-B2EB-B3FFC393E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13324F-EA3A-4AE5-AEE3-CEAFE8622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013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B74FA-687A-4AC6-B47E-CB2B3E18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92BD69-1F05-435B-84D5-DB3AE66CB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E09517-0C55-461C-9370-E113B5139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D93236-34BF-446C-AC7E-405E01A3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5699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93C79A-85FB-49EA-8FF0-C1B81DC4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A224609-E1EC-4EB1-B346-5B9C6CC0E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DB90EF-4E33-4361-92A5-054D6380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5581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2DCB0-9574-4FE1-92B8-7B619C480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D98D47-0144-4317-8AD4-64BFB5B9C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ED6909-5802-47A4-96CA-A2842DF15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5D720D-D62A-491F-848B-24614266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420377-6482-4F3F-B211-42038E87F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702826-2135-40BD-B732-63C8ADA6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232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C66D1-6482-47C8-BAE0-84612A2D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8CFE678-DDE6-496B-A1EB-21B4CFAE7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240BFE-9CD9-4C4E-9F3E-7BF221982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32C57A-D584-498B-A771-FC51A1B82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47C1D3-4B72-4361-BC91-6589C1A9F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0234B9-142D-4FEF-B789-9F67D9F5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43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71AA2-00AB-4C27-892C-C87B60D22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1681AB-F236-40AB-8ABE-9E2E7F6C9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7F4049-2484-4645-80E4-F99D2845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6ED65E-A0D6-42C8-9FC0-1F8E1621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82C84C-A9ED-4746-9EB5-14869271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735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B7AE81-4FB9-4F66-9D43-7B084119D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46A7B3-C0B8-4C17-A1BE-3C0FDD8E6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E83939-D03D-42D9-A667-58FEB1EB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3AFDC7-6DF8-4DB0-AEA8-CF893122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051307-9143-43BF-9546-91D0387E6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0259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38A2E4-7A90-44A3-8437-78A22460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D80E3C-5DF4-4BB3-87F5-FD82D9C29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1C6551-02FD-46C5-B323-5EA280CA6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44E31-7139-4BEA-BAB5-C2CCCA934E40}" type="datetimeFigureOut">
              <a:rPr lang="es-CO" smtClean="0"/>
              <a:t>15/05/2024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B2D970-F38A-4518-B27B-C14A58B76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DFDABA-BB71-4CB5-BE9F-7008D69D5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C855C-04FC-4F1F-BE31-8830414901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128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B2649A-C47A-4DA0-B958-298CE3FD47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43" t="23604" r="50000" b="10991"/>
          <a:stretch/>
        </p:blipFill>
        <p:spPr>
          <a:xfrm>
            <a:off x="1816443" y="185351"/>
            <a:ext cx="6623221" cy="620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19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89A439-59B7-4E99-A17F-B72EC587B3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48" t="28469" r="50000" b="24504"/>
          <a:stretch/>
        </p:blipFill>
        <p:spPr>
          <a:xfrm>
            <a:off x="2174791" y="105031"/>
            <a:ext cx="6723362" cy="45658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0649617-AE3A-4658-859D-4807F55418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t="36757" r="14155" b="40541"/>
          <a:stretch/>
        </p:blipFill>
        <p:spPr>
          <a:xfrm>
            <a:off x="2388974" y="4461223"/>
            <a:ext cx="5877694" cy="209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4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2B0830C-997A-44C8-AB81-39FEC17D90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39" t="23243" r="50000" b="23243"/>
          <a:stretch/>
        </p:blipFill>
        <p:spPr>
          <a:xfrm>
            <a:off x="1618737" y="413951"/>
            <a:ext cx="7925078" cy="603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698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05CE4AF-A15D-458E-8EA7-DF7F173607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642" t="22342" r="51960" b="12859"/>
          <a:stretch/>
        </p:blipFill>
        <p:spPr>
          <a:xfrm>
            <a:off x="2557852" y="210065"/>
            <a:ext cx="6820930" cy="664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9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E77B28-7C16-48DB-971D-AA3D727688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44" t="22523" r="51352" b="15135"/>
          <a:stretch/>
        </p:blipFill>
        <p:spPr>
          <a:xfrm>
            <a:off x="2446639" y="247134"/>
            <a:ext cx="6462585" cy="599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28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A2C967A-E8C9-4E42-9511-A1FB9B6320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547" t="29910" r="11520" b="6306"/>
          <a:stretch/>
        </p:blipFill>
        <p:spPr>
          <a:xfrm>
            <a:off x="1779375" y="12356"/>
            <a:ext cx="7488195" cy="672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86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</Words>
  <Application>Microsoft Office PowerPoint</Application>
  <PresentationFormat>Panorámica</PresentationFormat>
  <Paragraphs>1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ADYRO MARTINEZ BELLO</dc:creator>
  <cp:lastModifiedBy>DANIEL ADYRO MARTINEZ BELLO</cp:lastModifiedBy>
  <cp:revision>8</cp:revision>
  <dcterms:created xsi:type="dcterms:W3CDTF">2024-04-19T01:45:21Z</dcterms:created>
  <dcterms:modified xsi:type="dcterms:W3CDTF">2024-05-16T13:43:57Z</dcterms:modified>
</cp:coreProperties>
</file>